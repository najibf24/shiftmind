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435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870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4305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5740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7175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0045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11480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29150"/>
            <a:ext cx="9144000" cy="2743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4984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22476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7460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4952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2444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59936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67428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82412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7396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12380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9872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7364" y="0"/>
            <a:ext cx="2743" cy="5143500"/>
          </a:xfrm>
          <a:prstGeom prst="rect">
            <a:avLst/>
          </a:prstGeom>
          <a:solidFill>
            <a:srgbClr val="0EA5E9">
              <a:alpha val="10000"/>
            </a:srgbClr>
          </a:solidFill>
          <a:ln w="6350">
            <a:solidFill>
              <a:srgbClr val="0EA5E9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731520"/>
            <a:ext cx="2194560" cy="219456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  <a:effectLst>
            <a:outerShdw sx="100000" sy="100000" kx="0" ky="0" algn="bl" rotWithShape="0" blurRad="508000" dist="50800" dir="2700000">
              <a:srgbClr val="0EA5E9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137160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effectLst>
                  <a:glow rad="152400">
                    <a:srgbClr val="0EA5E9">
                      <a:alpha val="5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ShiftMind</a:t>
            </a:r>
            <a:endParaRPr lang="en-US" sz="5400" dirty="0"/>
          </a:p>
        </p:txBody>
      </p:sp>
      <p:sp>
        <p:nvSpPr>
          <p:cNvPr id="33" name="Text 31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company's memory, powered by AI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560320" y="40233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4023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Garuda Yamato Steel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0" y="40233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4023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40233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4023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knowledge intelligence for steel manufacturing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ShiftMind?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ShiftMind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enterprise AI knowledge intelligence platform built specifically for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Garuda Yamato Steel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joint venture steel manufacturer in Cikarang, Bekasi.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scattered documents, forgotten SOPs, and lost institutional knowledge with a single, searchable, AI-powered brain.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160520"/>
            <a:ext cx="109728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Mfg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00200" y="4160520"/>
            <a:ext cx="109728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002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34640" y="4160520"/>
            <a:ext cx="1097280" cy="713232"/>
          </a:xfrm>
          <a:prstGeom prst="roundRect">
            <a:avLst>
              <a:gd name="adj" fmla="val 7692"/>
            </a:avLst>
          </a:prstGeom>
          <a:solidFill>
            <a:srgbClr val="1C2128"/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34640" y="46360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868680"/>
            <a:ext cx="4297680" cy="594360"/>
          </a:xfrm>
          <a:prstGeom prst="roundRect">
            <a:avLst>
              <a:gd name="adj" fmla="val 9231"/>
            </a:avLst>
          </a:prstGeom>
          <a:solidFill>
            <a:srgbClr val="2A1A1A"/>
          </a:solidFill>
          <a:ln w="12700">
            <a:solidFill>
              <a:srgbClr val="5C2A2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SOPs buried in OneDrive folders no one opens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618488"/>
            <a:ext cx="4297680" cy="594360"/>
          </a:xfrm>
          <a:prstGeom prst="roundRect">
            <a:avLst>
              <a:gd name="adj" fmla="val 9231"/>
            </a:avLst>
          </a:prstGeom>
          <a:solidFill>
            <a:srgbClr val="2A1A1A"/>
          </a:solidFill>
          <a:ln w="12700">
            <a:solidFill>
              <a:srgbClr val="5C2A2A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642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Tacit knowledge walks out the door when experts leave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368296"/>
            <a:ext cx="4297680" cy="594360"/>
          </a:xfrm>
          <a:prstGeom prst="roundRect">
            <a:avLst>
              <a:gd name="adj" fmla="val 9231"/>
            </a:avLst>
          </a:prstGeom>
          <a:solidFill>
            <a:srgbClr val="2A1A1A"/>
          </a:solidFill>
          <a:ln w="12700">
            <a:solidFill>
              <a:srgbClr val="5C2A2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414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New employees waste weeks finding the right person to ask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118104"/>
            <a:ext cx="4297680" cy="594360"/>
          </a:xfrm>
          <a:prstGeom prst="roundRect">
            <a:avLst>
              <a:gd name="adj" fmla="val 9231"/>
            </a:avLst>
          </a:prstGeom>
          <a:solidFill>
            <a:srgbClr val="2A1A1A"/>
          </a:solidFill>
          <a:ln w="12700">
            <a:solidFill>
              <a:srgbClr val="5C2A2A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Checklist failures go unnoticed without AI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ShiftMind replaces all of the above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4297680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ShiftMind replaces all of the above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ShiftMind Can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161B22"/>
          </a:solidFill>
          <a:ln w="1524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490472"/>
            <a:ext cx="475488" cy="47548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76479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ShiftMind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enterprise AI about any SOP, policy, or procedure — in Bahasa Indonesia. Backed by vector search over all company documents.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3258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161B22"/>
          </a:solidFill>
          <a:ln w="1524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90472"/>
            <a:ext cx="475488" cy="475488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76479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Brain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2039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SOPs from OneDrive, seeds company knowledge, and supports manual uploads (PDF, DOCX, XLSX, PPTX). 1,536-dim vector embeddings.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3258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161B22"/>
          </a:solidFill>
          <a:ln w="1524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490472"/>
            <a:ext cx="475488" cy="475488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76288" y="15087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Journal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76288" y="176479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Tacit Knowledge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0216" y="2039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log daily work. AI auto-categorizes, extracts lessons learned, and pushes insights into the searchable knowledge base.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161B22"/>
          </a:solidFill>
          <a:ln w="1524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319272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7552" y="33375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Recorder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359359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SOP Generator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8679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step-by-step procedures. AI converts raw steps into formal SOP documents with safety analysis and optimization tips.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31546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161B22"/>
          </a:solidFill>
          <a:ln w="1524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319272"/>
            <a:ext cx="475488" cy="47548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931920" y="33375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Checklists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31920" y="359359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Maintenance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38679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submit inspections. AI instantly flags FAIL items, sends WhatsApp alerts, and notifies admins in-app.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63056" y="3154680"/>
            <a:ext cx="2788920" cy="1664208"/>
          </a:xfrm>
          <a:prstGeom prst="roundRect">
            <a:avLst>
              <a:gd name="adj" fmla="val 4396"/>
            </a:avLst>
          </a:prstGeom>
          <a:solidFill>
            <a:srgbClr val="161B22"/>
          </a:solidFill>
          <a:ln w="15240">
            <a:solidFill>
              <a:srgbClr val="E11D4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7648" y="3319272"/>
            <a:ext cx="475488" cy="475488"/>
          </a:xfrm>
          <a:prstGeom prst="ellipse">
            <a:avLst/>
          </a:prstGeom>
          <a:solidFill>
            <a:srgbClr val="E11D48">
              <a:alpha val="20000"/>
            </a:srgbClr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76288" y="333756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Contracts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76288" y="359359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0216" y="38679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contract reviews. AI performs risk assessment, auto-approves low-risk items, and routes to admins with full discussion thread.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Learns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27632"/>
            <a:ext cx="4754880" cy="713232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476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every employee by journals, workflows &amp; knowledge entries. Surface the right expert for any topic instantly.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754880" cy="713232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knowledge gaps from query patterns. Shows what employees ask about most vs. what's documented.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4754880" cy="713232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💚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Health Monitor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6301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stale documents (180+ days), detects numerical contradictions between docs, and prompts admin review.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151376"/>
            <a:ext cx="4754880" cy="713232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4215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Market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471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auto-scraping of HRC steel prices, USD/IDR rates, and industry news. Always in the AI context window.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594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Auto-Learning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051560"/>
            <a:ext cx="384048" cy="384048"/>
          </a:xfrm>
          <a:prstGeom prst="ellipse">
            <a:avLst/>
          </a:prstGeom>
          <a:solidFill>
            <a:srgbClr val="0EA5E9">
              <a:alpha val="30000"/>
            </a:srgbClr>
          </a:solidFill>
          <a:ln w="1905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1069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43016" y="1453896"/>
            <a:ext cx="36576" cy="33832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1801368"/>
            <a:ext cx="384048" cy="384048"/>
          </a:xfrm>
          <a:prstGeom prst="ellipse">
            <a:avLst/>
          </a:prstGeom>
          <a:solidFill>
            <a:srgbClr val="3B82F6">
              <a:alpha val="30000"/>
            </a:srgbClr>
          </a:solidFill>
          <a:ln w="1905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18196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retrieves 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43016" y="2203704"/>
            <a:ext cx="36576" cy="33832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2551176"/>
            <a:ext cx="384048" cy="384048"/>
          </a:xfrm>
          <a:prstGeom prst="ellipse">
            <a:avLst/>
          </a:prstGeom>
          <a:solidFill>
            <a:srgbClr val="7C3AED">
              <a:alpha val="30000"/>
            </a:srgbClr>
          </a:solidFill>
          <a:ln w="1905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2569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43016" y="2953512"/>
            <a:ext cx="36576" cy="33832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3300984"/>
            <a:ext cx="384048" cy="384048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72200" y="33192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queries auto-create draft entries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43016" y="3703320"/>
            <a:ext cx="36576" cy="33832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0" y="4050792"/>
            <a:ext cx="384048" cy="384048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→ enters Knowledge Base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4709160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1C2128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4709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9Router · GPT-4o-mini · Gemini · Claude · DeepSeek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5240">
            <a:solidFill>
              <a:srgbClr val="0EA5E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243584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Three.js 3D Gallery · Framer Motion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5240">
            <a:solidFill>
              <a:srgbClr val="3B82F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0552" y="1243584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6002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 · SQLAlchemy · APScheduler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524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22192" y="1243584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6002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· 1,536-dim embeddings · FastEmbed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40680" y="11887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524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13832" y="1243584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16002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(MS Graph API) · LDAP/Active Directory · WhatsApp Baileys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0" y="11887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1524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05472" y="1243584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16002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Nginx · On-premise (host.docker.internal)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18288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Total Knowledge Control.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3401568"/>
            <a:ext cx="1664208" cy="1481328"/>
          </a:xfrm>
          <a:prstGeom prst="roundRect">
            <a:avLst>
              <a:gd name="adj" fmla="val 6173"/>
            </a:avLst>
          </a:prstGeom>
          <a:solidFill>
            <a:srgbClr val="1C2128"/>
          </a:solidFill>
          <a:ln w="1524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4930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4400" y="41879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3401568"/>
            <a:ext cx="1664208" cy="1481328"/>
          </a:xfrm>
          <a:prstGeom prst="roundRect">
            <a:avLst>
              <a:gd name="adj" fmla="val 6173"/>
            </a:avLst>
          </a:prstGeom>
          <a:solidFill>
            <a:srgbClr val="1C2128"/>
          </a:solidFill>
          <a:ln w="1524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88920" y="34930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880360" y="41879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via OneDrive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1664208" cy="1481328"/>
          </a:xfrm>
          <a:prstGeom prst="roundRect">
            <a:avLst>
              <a:gd name="adj" fmla="val 6173"/>
            </a:avLst>
          </a:prstGeom>
          <a:solidFill>
            <a:srgbClr val="1C2128"/>
          </a:solidFill>
          <a:ln w="1524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34930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846320" y="41879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Capture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3401568"/>
            <a:ext cx="1664208" cy="1481328"/>
          </a:xfrm>
          <a:prstGeom prst="roundRect">
            <a:avLst>
              <a:gd name="adj" fmla="val 6173"/>
            </a:avLst>
          </a:prstGeom>
          <a:solidFill>
            <a:srgbClr val="1C2128"/>
          </a:solidFill>
          <a:ln w="1524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20840" y="349300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812280" y="41879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Exit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ShiftMind - Your Company's Memory, Powered by AI</dc:title>
  <dc:subject>PptxGenJS Presentation</dc:subject>
  <dc:creator>PptxGenJS</dc:creator>
  <cp:lastModifiedBy>PptxGenJS</cp:lastModifiedBy>
  <cp:revision>1</cp:revision>
  <dcterms:created xsi:type="dcterms:W3CDTF">2026-06-10T01:28:33Z</dcterms:created>
  <dcterms:modified xsi:type="dcterms:W3CDTF">2026-06-10T01:28:33Z</dcterms:modified>
</cp:coreProperties>
</file>